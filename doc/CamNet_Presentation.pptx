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CamNet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Network Intelligence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City Infrastructure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Are Hard to Secure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connected devices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lights, cameras, payment terminals — each a potential attack surface.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11480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404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Misconfigs go undetected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firewall rule or wrong routing config can sit silent for months.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051560"/>
          </a:xfrm>
          <a:prstGeom prst="roundRect">
            <a:avLst>
              <a:gd name="adj" fmla="val 6087"/>
            </a:avLst>
          </a:prstGeom>
          <a:solidFill>
            <a:srgbClr val="FDEDEC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view of the 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977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cities have no single tool that shows what is running and what is at risk.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749040" cy="1051560"/>
          </a:xfrm>
          <a:prstGeom prst="roundRect">
            <a:avLst>
              <a:gd name="adj" fmla="val 608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143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smart-city cybersecurity spend by 2027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331720"/>
            <a:ext cx="3749040" cy="1051560"/>
          </a:xfrm>
          <a:prstGeom prst="roundRect">
            <a:avLst>
              <a:gd name="adj" fmla="val 608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377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municipalities report at least one network incident per year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566160"/>
            <a:ext cx="3749040" cy="1051560"/>
          </a:xfrm>
          <a:prstGeom prst="roundRect">
            <a:avLst>
              <a:gd name="adj" fmla="val 6087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611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mo.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a misconfiguration goes unnoticed in city networks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CamNet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CamNet gives city network administrators a live picture of their infrastructure — showing what is misconfigured, what is at risk, and what would break before any change is made.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63500" dist="127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Network Digital Twin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042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entire city network from device configurations. No traffic needed — analysis is instant and offline.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63500" dist="127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23042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misconfigurations and suspicious conditions. Every finding is rated Low, Medium, or High.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63500" dist="127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Pre-Deploy Simulation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216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exact impact of a config change before it goes live — catching outages and conflicts in advance.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00600" y="32461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/>
          <a:effectLst>
            <a:outerShdw sx="100000" sy="100000" kx="0" ky="0" algn="bl" rotWithShape="0" blurRad="63500" dist="127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AI Assistant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7216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ask questions in plain English. No complex dashboards or CLI commands needed.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14300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26187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29768" y="19659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come 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" y="2496312"/>
            <a:ext cx="17465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and switch configs are pulled from the network inventory or uploaded directly.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26187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78608" y="19659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 modeled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78608" y="2496312"/>
            <a:ext cx="17465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Batfish builds a full digital twin — every route, every ACL, every session — without touching live devices.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26187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727448" y="19659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surfaced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27448" y="2496312"/>
            <a:ext cx="17465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run across the model. Each finding gets a severity rating and plain-language explanation.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14300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1A2E4A"/>
          </a:solidFill>
          <a:ln/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26187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876288" y="19659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take action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76288" y="2496312"/>
            <a:ext cx="17465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answers questions, the dashboard shows risk, and a PDF report is ready for stakeholders.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 City Under the Hood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city services. One real security gap that CamNet catches automatically.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819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84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routing hub for intersection management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819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984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192.168.20.0/24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network distribution layer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819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9842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192.168.30.0/24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terminal edge router — internet-facing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DEDEC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21868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—  What CamNet Found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router declares a firewall rule on its internet-facing interface — but that rule was never actually defined. Traffic arrives unfiltered. This is silently broken: a standard network check would show the interface as "up" with no warning.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Administrators See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Dashboard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counts at a glance — High, Medium, Low — updated after every analysis run.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Cards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83280" y="15727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issue explained in plain language with a recommendation. No log parsing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09728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0" y="15727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topology diagrams: Layer 3, OSPF, and BGP — rendered from the config, not drawn by hand.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3035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"which devices have open issues" or "is the payment LAN reachable" and get a direct answer.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56032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83280" y="3035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produces a full report: findings, topology images, and reachability verdict. Ready for management.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256032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EAF2FB"/>
          </a:solidFill>
          <a:ln/>
          <a:effectLst>
            <a:outerShdw sx="100000" sy="100000" kx="0" ky="0" algn="bl" rotWithShape="0" blurRad="50800" dist="127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Check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17920" y="303580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source and destination IP before pushing a change. CamNet tells you if the route will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run on infrastructure.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runs on trust.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CamNet makes that trust visible.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301752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3063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Vendor-neutral — works with any router brand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593592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6393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Runs offline — no data leaves the city's network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4169664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421538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Ready to extend — live logs, real-time alerts, multi-city scale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CamNet</dc:title>
  <dc:subject>PptxGenJS Presentation</dc:subject>
  <dc:creator>PptxGenJS</dc:creator>
  <cp:lastModifiedBy>PptxGenJS</cp:lastModifiedBy>
  <cp:revision>1</cp:revision>
  <dcterms:created xsi:type="dcterms:W3CDTF">2026-06-20T14:48:05Z</dcterms:created>
  <dcterms:modified xsi:type="dcterms:W3CDTF">2026-06-20T14:48:05Z</dcterms:modified>
</cp:coreProperties>
</file>